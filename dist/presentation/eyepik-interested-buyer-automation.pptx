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c95be376d4657" /><Relationship Type="http://schemas.openxmlformats.org/officeDocument/2006/relationships/extended-properties" Target="/docProps/app.xml" Id="R94310733131442d6" /><Relationship Type="http://schemas.openxmlformats.org/officeDocument/2006/relationships/officeDocument" Target="/ppt/presentation.xml" Id="R4e1c4ad75a09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229ca08c99464c"/>
  </p:sldMasterIdLst>
  <p:notesMasterIdLst>
    <p:notesMasterId xmlns:r="http://schemas.openxmlformats.org/officeDocument/2006/relationships" r:id="R142d6bdaa3e54594"/>
  </p:notesMasterIdLst>
  <p:sldIdLst>
    <p:sldId xmlns:r="http://schemas.openxmlformats.org/officeDocument/2006/relationships" id="256" r:id="R7d6738551c9148ed"/>
    <p:sldId xmlns:r="http://schemas.openxmlformats.org/officeDocument/2006/relationships" id="257" r:id="R8b1aa8c3ed864a33"/>
    <p:sldId xmlns:r="http://schemas.openxmlformats.org/officeDocument/2006/relationships" id="258" r:id="Rcd75f4398e1c4f69"/>
    <p:sldId xmlns:r="http://schemas.openxmlformats.org/officeDocument/2006/relationships" id="259" r:id="R42712a4d0deb490e"/>
    <p:sldId xmlns:r="http://schemas.openxmlformats.org/officeDocument/2006/relationships" id="260" r:id="R5e560572d191402b"/>
    <p:sldId xmlns:r="http://schemas.openxmlformats.org/officeDocument/2006/relationships" id="261" r:id="R47d75fb3446240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efc9120dc148f7" /><Relationship Type="http://schemas.openxmlformats.org/officeDocument/2006/relationships/slideMaster" Target="/ppt/slideMasters/slideMaster1.xml" Id="R27229ca08c99464c" /><Relationship Type="http://schemas.openxmlformats.org/officeDocument/2006/relationships/notesMaster" Target="/ppt/notesMasters/notesMaster1.xml" Id="R142d6bdaa3e54594" /><Relationship Type="http://schemas.openxmlformats.org/officeDocument/2006/relationships/presProps" Target="/ppt/presProps.xml" Id="R54e2d46a31234be6" /><Relationship Type="http://schemas.openxmlformats.org/officeDocument/2006/relationships/tableStyles" Target="/ppt/tableStyles.xml" Id="Ra1c1e2bc28b14fe4" /><Relationship Type="http://schemas.openxmlformats.org/officeDocument/2006/relationships/slide" Target="/ppt/slides/slide1.xml" Id="R7d6738551c9148ed" /><Relationship Type="http://schemas.openxmlformats.org/officeDocument/2006/relationships/slide" Target="/ppt/slides/slide2.xml" Id="R8b1aa8c3ed864a33" /><Relationship Type="http://schemas.openxmlformats.org/officeDocument/2006/relationships/slide" Target="/ppt/slides/slide3.xml" Id="Rcd75f4398e1c4f69" /><Relationship Type="http://schemas.openxmlformats.org/officeDocument/2006/relationships/slide" Target="/ppt/slides/slide4.xml" Id="R42712a4d0deb490e" /><Relationship Type="http://schemas.openxmlformats.org/officeDocument/2006/relationships/slide" Target="/ppt/slides/slide5.xml" Id="R5e560572d191402b" /><Relationship Type="http://schemas.openxmlformats.org/officeDocument/2006/relationships/slide" Target="/ppt/slides/slide6.xml" Id="R47d75fb3446240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83e1cb857d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c745c20184c58" /><Relationship Type="http://schemas.openxmlformats.org/officeDocument/2006/relationships/notesMaster" Target="/ppt/notesMasters/notesMaster1.xml" Id="R292c014ac5a2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54be853f6044cf" /><Relationship Type="http://schemas.openxmlformats.org/officeDocument/2006/relationships/notesMaster" Target="/ppt/notesMasters/notesMaster1.xml" Id="R0e81e2dd1bab43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e37c0cc3d04d76" /><Relationship Type="http://schemas.openxmlformats.org/officeDocument/2006/relationships/notesMaster" Target="/ppt/notesMasters/notesMaster1.xml" Id="R01ce116901404f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df5c6280c4415" /><Relationship Type="http://schemas.openxmlformats.org/officeDocument/2006/relationships/notesMaster" Target="/ppt/notesMasters/notesMaster1.xml" Id="R997a428733ec4d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8946ce6ff14333" /><Relationship Type="http://schemas.openxmlformats.org/officeDocument/2006/relationships/notesMaster" Target="/ppt/notesMasters/notesMaster1.xml" Id="R02891a645d6f4c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c9eb4f3647404a" /><Relationship Type="http://schemas.openxmlformats.org/officeDocument/2006/relationships/notesMaster" Target="/ppt/notesMasters/notesMaster1.xml" Id="R2cc8bccc8892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f84511a6c40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c6aa43c6449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410c102034d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eff2641444b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ef42399b840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f9aebb321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7E0B94-814D-47BB-8C53-260DE3F6E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A6BAD9-EA3B-4219-95B2-92BF17DEB8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B1559E-E3BC-4A4F-AD45-9B49FE5A8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859D02-3F07-4046-B4F2-C043D075A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17CD0E-1313-49AC-B79B-E75ADBA79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99E77E-BF4B-4711-98DB-2A94A2852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7B0D61-7037-4DEE-9649-8917442C63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E11D5D-D1C6-459D-895B-27676087C1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2B7527-F676-4751-8194-F5CF1625A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6CCB47-20FE-43B7-8EAA-863DF911B0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e825440d7444d7" /><Relationship Type="http://schemas.openxmlformats.org/officeDocument/2006/relationships/slideLayout" Target="/ppt/slideLayouts/slideLayout1.xml" Id="Re7a891a67852440c" /><Relationship Type="http://schemas.openxmlformats.org/officeDocument/2006/relationships/slideLayout" Target="/ppt/slideLayouts/slideLayout2.xml" Id="R8de32a9afc0346b3" /><Relationship Type="http://schemas.openxmlformats.org/officeDocument/2006/relationships/slideLayout" Target="/ppt/slideLayouts/slideLayout3.xml" Id="R51ebcf0cba244cdb" /><Relationship Type="http://schemas.openxmlformats.org/officeDocument/2006/relationships/slideLayout" Target="/ppt/slideLayouts/slideLayout4.xml" Id="Rc2fc48914c8a4629" /><Relationship Type="http://schemas.openxmlformats.org/officeDocument/2006/relationships/slideLayout" Target="/ppt/slideLayouts/slideLayout5.xml" Id="R2249cce677764db9" /><Relationship Type="http://schemas.openxmlformats.org/officeDocument/2006/relationships/slideLayout" Target="/ppt/slideLayouts/slideLayout6.xml" Id="R89723be7de264e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a891a67852440c"/>
    <p:sldLayoutId xmlns:r="http://schemas.openxmlformats.org/officeDocument/2006/relationships" id="2147483650" r:id="R8de32a9afc0346b3"/>
    <p:sldLayoutId xmlns:r="http://schemas.openxmlformats.org/officeDocument/2006/relationships" id="2147483651" r:id="R51ebcf0cba244cdb"/>
    <p:sldLayoutId xmlns:r="http://schemas.openxmlformats.org/officeDocument/2006/relationships" id="2147483652" r:id="Rc2fc48914c8a4629"/>
    <p:sldLayoutId xmlns:r="http://schemas.openxmlformats.org/officeDocument/2006/relationships" id="2147483653" r:id="R2249cce677764db9"/>
    <p:sldLayoutId xmlns:r="http://schemas.openxmlformats.org/officeDocument/2006/relationships" id="2147483654" r:id="R89723be7de264e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bd79abdc04cf9" /><Relationship Type="http://schemas.openxmlformats.org/officeDocument/2006/relationships/notesSlide" Target="/ppt/notesSlides/notesSlide1.xml" Id="R569ef998e92d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9e484c8b34670" /><Relationship Type="http://schemas.openxmlformats.org/officeDocument/2006/relationships/notesSlide" Target="/ppt/notesSlides/notesSlide2.xml" Id="R2f6d42e3e799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1e8ac715c49a4" /><Relationship Type="http://schemas.openxmlformats.org/officeDocument/2006/relationships/image" Target="/ppt/media/image.jpeg" Id="R10b42c4dd1f1452a" /><Relationship Type="http://schemas.openxmlformats.org/officeDocument/2006/relationships/notesSlide" Target="/ppt/notesSlides/notesSlide3.xml" Id="R75ce9c862c2e4d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8ce25627947f7" /><Relationship Type="http://schemas.openxmlformats.org/officeDocument/2006/relationships/image" Target="/ppt/media/image2.jpeg" Id="R0d1eb246b38e466b" /><Relationship Type="http://schemas.openxmlformats.org/officeDocument/2006/relationships/notesSlide" Target="/ppt/notesSlides/notesSlide4.xml" Id="R0055ed8cd1104e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8e43197044c37" /><Relationship Type="http://schemas.openxmlformats.org/officeDocument/2006/relationships/image" Target="/ppt/media/image.png" Id="Rddf18d4724be452a" /><Relationship Type="http://schemas.openxmlformats.org/officeDocument/2006/relationships/notesSlide" Target="/ppt/notesSlides/notesSlide5.xml" Id="Rd2c3cd8305ac40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34e43d37a47a1" /><Relationship Type="http://schemas.openxmlformats.org/officeDocument/2006/relationships/notesSlide" Target="/ppt/notesSlides/notesSlide6.xml" Id="R707dc6ec404946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45C0D-44E1-4066-A1AF-992E754B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8EFE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EFE9"/>
                </a:solidFill>
              </a:defRPr>
            </a:pPr>
            <a:r>
              <a:rPr sz="1650" b="1">
                <a:solidFill>
                  <a:srgbClr val="E8EFE9"/>
                </a:solidFill>
              </a:rPr>
              <a:t>EyePik Inc.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0FD05-5021-4482-A41E-92DAB84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Interested Buyer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3D595-4680-48E5-BEBF-150EBBAB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BD6D0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BD6D0"/>
                </a:solidFill>
              </a:defRPr>
            </a:pPr>
            <a:r>
              <a:rPr sz="1800" b="0">
                <a:solidFill>
                  <a:srgbClr val="CBD6D0"/>
                </a:solidFill>
              </a:rPr>
              <a:t>A working buyer intake flow for fashion and lifestyle sales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D1659-C587-4C48-BE25-57714B43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5CF49-6FD3-4D3F-AD3F-FBE859F8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B02E0-DAEB-48A3-B8B7-349A480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335DC-1E3E-4495-B5DF-57E34363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C9028-27EB-42E8-976C-28E2E05C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n8n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DBA8-4D92-4774-9D10-FB0BA71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D3512-64FD-4F86-BB30-44CC471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Sheets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FC3EB-E139-45C3-A2E6-43136AC3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07BC6-EA4C-46AE-980F-53F54A8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Gmail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0ED78-CD18-444D-85A5-4D3841B8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C5DD8-53BF-48FF-9AAD-B7C3FCA0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Follow-up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87BC6-A773-4257-AB6F-984FA9A6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0911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78F58-B5E7-4BA6-B3FA-501FBA6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Sales intake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9C956-33FF-4703-A019-DFEE2F40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Fashion inquiries arrive through messages, comments, product links, and quick forms. The sales team needs the buyer context before the buyer cools 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56423-3CFC-45A2-8186-58585C6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F2528"/>
                </a:solidFill>
              </a:defRPr>
            </a:pPr>
            <a:r>
              <a:rPr sz="1950" b="1">
                <a:solidFill>
                  <a:srgbClr val="1F2528"/>
                </a:solidFill>
              </a:rPr>
              <a:t>The workflow keeps four things visible: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66CF-487D-4E58-94FD-C20D4D6E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Product interest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5F9FE-0560-4083-9A8D-09ED99B1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B8A60-9D89-4F8E-99D5-0889787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Budget and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0F796-DA09-47F0-8FEF-667C601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AB26F-2A0B-47F4-8F80-7EADF791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Intent 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41383-5E91-4C3B-9A4C-8353329C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FED4D-FC42-41E6-AA54-234C2D5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Recommended next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AFD84-E9FA-4996-9675-57193DF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9E640-8D37-46CE-BE4C-58A340A2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6C923-EFC5-4DC7-A7D6-96AC7390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6D8DC-9FDD-4B65-82A0-78D0FBCE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77FC6-6549-4CE1-9C7D-A0F4DB4D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Segment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2FFA5-453E-4669-B1C2-2EDDF97D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5E0D4-815E-46DE-BBA7-52084AF8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3A679-7829-441E-8258-DE14BFE2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15135-DBC0-4049-A65B-428F2A6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Alert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6C70F-F179-4198-8A92-362ECEDA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C4F36"/>
                </a:solidFill>
              </a:defRPr>
            </a:pPr>
            <a:r>
              <a:rPr sz="2250" b="1">
                <a:solidFill>
                  <a:srgbClr val="9C4F36"/>
                </a:solidFill>
              </a:rPr>
              <a:t>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FFDB7-AC83-4A7B-BE20-5998D03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A shopper record, sales alert, and follow-up path appear from one submission.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BD68F-9C39-42CF-B5E2-C349923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8673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65348-DA86-4141-8295-78E18CE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Buyer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9422-DE7E-4D88-91C0-F6E949E8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7176"/>
                </a:solidFill>
              </a:defRPr>
            </a:pPr>
            <a:r>
              <a:rPr sz="1650" b="0">
                <a:solidFill>
                  <a:srgbClr val="687176"/>
                </a:solidFill>
              </a:rPr>
              <a:t>The form captures product, budget, size, style preference, urgency, and source.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64C1B-9363-4B5F-8894-125980E5B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42c4dd1f1452a"/>
          <a:srcRect xmlns:a="http://schemas.openxmlformats.org/drawingml/2006/main" l="0" t="16687" r="0" b="16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10668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D74C5-BD6E-46DC-90BD-ABE4338B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6F7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6F73"/>
                </a:solidFill>
              </a:defRPr>
            </a:pPr>
            <a:r>
              <a:rPr sz="1650" b="1">
                <a:solidFill>
                  <a:srgbClr val="2F6F73"/>
                </a:solidFill>
              </a:rPr>
              <a:t>Local desk forwards to the published n8n webhook.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42843-9500-40A1-A6DB-9332114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3240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B26B4-DA8F-45A5-9C23-5CBBBAD7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n8n workflow backbone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E73FD-6577-4029-9F44-A4C61B5D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BD6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BD6D0"/>
                </a:solidFill>
              </a:defRPr>
            </a:pPr>
            <a:r>
              <a:rPr sz="1650" b="0">
                <a:solidFill>
                  <a:srgbClr val="CBD6D0"/>
                </a:solidFill>
              </a:rPr>
              <a:t>The workflow records the buyer first, sends the confirmation and sales alert, then routes high-intent shoppers to the personal shopping path.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8C875-8E39-4741-9669-3163AEAB3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eb246b38e466b"/>
          <a:srcRect xmlns:a="http://schemas.openxmlformats.org/drawingml/2006/main" l="0" t="27654" r="0" b="27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111633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3E291-66B4-45BA-B2E0-297BE67D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5842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2F22B-3859-4EAA-9CB5-43AD50E4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Run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9AF4B-CDC4-456C-ACE0-72768BC1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The published webhook accepted the buyer submission and returned a started workflow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13613-DBEE-4F37-A48B-78FA60A3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42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918"/>
          </a:solidFill>
          <a:ln xmlns:a="http://schemas.openxmlformats.org/drawingml/2006/main" w="0">
            <a:solidFill>
              <a:srgbClr val="1719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1354F-8A01-4646-A3EA-DD458A0D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9F2E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9F2ED"/>
                </a:solidFill>
              </a:defRPr>
            </a:pPr>
            <a:r>
              <a:rPr sz="1875" b="0">
                <a:solidFill>
                  <a:srgbClr val="E9F2ED"/>
                </a:solidFill>
              </a:rPr>
              <a:t>POST /webhook/buyer-interest</a:t>
            </a:r>
          </a:p>
          <a:p xmlns:a="http://schemas.openxmlformats.org/drawingml/2006/main">
            <a:pPr>
              <a:defRPr sz="1875" b="0">
                <a:solidFill>
                  <a:srgbClr val="E9F2ED"/>
                </a:solidFill>
              </a:defRPr>
            </a:pPr>
            <a:r>
              <a:rPr sz="1875" b="0">
                <a:solidFill>
                  <a:srgbClr val="E9F2ED"/>
                </a:solidFill>
              </a:rPr>
              <a:t>{"message":"Workflow was started"}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4871A-6BA3-4801-B5C8-B5FD5714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31E4E-B710-4A3B-8075-7D12DCC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FC1E6-F5E1-44EB-912F-BD3FA324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78A45-85E3-4D73-B3BA-2D8B45B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Tracker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81275-66B0-4602-A7D7-025C1E3F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5C54D-C4AC-47C4-9A72-5CADC37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96703-EB9D-4207-A3CB-C1C68C0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EEC69-A9BD-4497-AF72-64383A15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Offer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FAD5F-8DFE-4E2B-A7FA-FBCF6146C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18d4724be452a"/>
          <a:srcRect xmlns:a="http://schemas.openxmlformats.org/drawingml/2006/main" l="16406" t="0" r="1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219200"/>
            <a:ext cx="4095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E3058-5F83-4FCC-8B16-DAEA9330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F2528"/>
                </a:solidFill>
              </a:defRPr>
            </a:pPr>
            <a:r>
              <a:rPr sz="1650" b="0">
                <a:solidFill>
                  <a:srgbClr val="1F2528"/>
                </a:solidFill>
              </a:rPr>
              <a:t>Video asset shows the node path with executed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46C8F-3605-4341-92D8-BB85AAA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2936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C92E4-BB8E-4C07-9C4C-229FF126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F2528"/>
                </a:solidFill>
              </a:defRPr>
            </a:pPr>
            <a:r>
              <a:rPr sz="3000" b="1">
                <a:solidFill>
                  <a:srgbClr val="1F2528"/>
                </a:solidFill>
              </a:rPr>
              <a:t>Presentation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02A0D-BDB1-40FB-88EF-107A1AEA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Open the live page, play the workflow video, or download this deck from the repository.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5BBE6-891F-442D-BEB1-A9C81B1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Live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D005-7369-4C71-BDFF-F0F0671E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https://calina-miguel.github.io/fashion-buyer-automation/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C439D-9B08-48E0-9D05-AD984CAB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E2B86-F2E7-4AF8-BC36-57D87ADC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A9DB8-32D5-43F3-B0AD-130863C7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https://github.com/calina-miguel/fashion-buyer-automation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EF11D-59A9-4BC0-B4A3-E1EA722E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027DF-766C-42DC-A37C-0377BAF5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91957-52D4-4C86-B17B-4F41223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https://devtones.app.n8n.cloud/workflow/anSd0GnuD9zYGiLD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9FE6C-4A57-47DC-AA65-11EBC81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D7118-8735-4DB0-926C-5C116EDB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4482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2026-10-09T13:42:02.6050000Z</dcterms:created>
  <dcterms:modified xsi:type="dcterms:W3CDTF">2026-10-09T13:42:02.6050000Z</dcterms:modified>
</coreProperties>
</file>