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b11d38ed484d86" /><Relationship Type="http://schemas.openxmlformats.org/officeDocument/2006/relationships/extended-properties" Target="/docProps/app.xml" Id="R2576be6d09044242" /><Relationship Type="http://schemas.openxmlformats.org/officeDocument/2006/relationships/officeDocument" Target="/ppt/presentation.xml" Id="R02979d0df25442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e8245cf10b40c4"/>
  </p:sldMasterIdLst>
  <p:notesMasterIdLst>
    <p:notesMasterId xmlns:r="http://schemas.openxmlformats.org/officeDocument/2006/relationships" r:id="R217700cb76664b2e"/>
  </p:notesMasterIdLst>
  <p:sldIdLst>
    <p:sldId xmlns:r="http://schemas.openxmlformats.org/officeDocument/2006/relationships" id="256" r:id="R3cae90e6307446ea"/>
    <p:sldId xmlns:r="http://schemas.openxmlformats.org/officeDocument/2006/relationships" id="257" r:id="R1626d5c2477a4c11"/>
    <p:sldId xmlns:r="http://schemas.openxmlformats.org/officeDocument/2006/relationships" id="258" r:id="R9430c74ea20c4a1e"/>
    <p:sldId xmlns:r="http://schemas.openxmlformats.org/officeDocument/2006/relationships" id="259" r:id="Ree2b23e51c9445a5"/>
    <p:sldId xmlns:r="http://schemas.openxmlformats.org/officeDocument/2006/relationships" id="260" r:id="Raa45c8c518f740b7"/>
    <p:sldId xmlns:r="http://schemas.openxmlformats.org/officeDocument/2006/relationships" id="261" r:id="R7892554f1ab64f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71ed97bac4aea" /><Relationship Type="http://schemas.openxmlformats.org/officeDocument/2006/relationships/slideMaster" Target="/ppt/slideMasters/slideMaster1.xml" Id="Rbae8245cf10b40c4" /><Relationship Type="http://schemas.openxmlformats.org/officeDocument/2006/relationships/notesMaster" Target="/ppt/notesMasters/notesMaster1.xml" Id="R217700cb76664b2e" /><Relationship Type="http://schemas.openxmlformats.org/officeDocument/2006/relationships/presProps" Target="/ppt/presProps.xml" Id="R2a6c23a705e04c8a" /><Relationship Type="http://schemas.openxmlformats.org/officeDocument/2006/relationships/tableStyles" Target="/ppt/tableStyles.xml" Id="Re08a3a0c41c94852" /><Relationship Type="http://schemas.openxmlformats.org/officeDocument/2006/relationships/slide" Target="/ppt/slides/slide1.xml" Id="R3cae90e6307446ea" /><Relationship Type="http://schemas.openxmlformats.org/officeDocument/2006/relationships/slide" Target="/ppt/slides/slide2.xml" Id="R1626d5c2477a4c11" /><Relationship Type="http://schemas.openxmlformats.org/officeDocument/2006/relationships/slide" Target="/ppt/slides/slide3.xml" Id="R9430c74ea20c4a1e" /><Relationship Type="http://schemas.openxmlformats.org/officeDocument/2006/relationships/slide" Target="/ppt/slides/slide4.xml" Id="Ree2b23e51c9445a5" /><Relationship Type="http://schemas.openxmlformats.org/officeDocument/2006/relationships/slide" Target="/ppt/slides/slide5.xml" Id="Raa45c8c518f740b7" /><Relationship Type="http://schemas.openxmlformats.org/officeDocument/2006/relationships/slide" Target="/ppt/slides/slide6.xml" Id="R7892554f1ab6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11786a431642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480063028a4b0a" /><Relationship Type="http://schemas.openxmlformats.org/officeDocument/2006/relationships/notesMaster" Target="/ppt/notesMasters/notesMaster1.xml" Id="R05ef7818f901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32ca63f6dc49ab" /><Relationship Type="http://schemas.openxmlformats.org/officeDocument/2006/relationships/notesMaster" Target="/ppt/notesMasters/notesMaster1.xml" Id="Rd7d31fd5fdb446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3ffcb72b742e8" /><Relationship Type="http://schemas.openxmlformats.org/officeDocument/2006/relationships/notesMaster" Target="/ppt/notesMasters/notesMaster1.xml" Id="R818266338f7b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7fd997244b4ba9" /><Relationship Type="http://schemas.openxmlformats.org/officeDocument/2006/relationships/notesMaster" Target="/ppt/notesMasters/notesMaster1.xml" Id="R7bc0adcaf375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747df27dd643c7" /><Relationship Type="http://schemas.openxmlformats.org/officeDocument/2006/relationships/notesMaster" Target="/ppt/notesMasters/notesMaster1.xml" Id="R9cfdb5cb9b774d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7c5cb227ef46f8" /><Relationship Type="http://schemas.openxmlformats.org/officeDocument/2006/relationships/notesMaster" Target="/ppt/notesMasters/notesMaster1.xml" Id="R05751914253648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47de2ba7646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1ad33a9fa4a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1f3e25ce449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c0848d7b540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9f685cdaa40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edf5d8f08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7899E1-E937-4B49-B403-55B4A4649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F17844-FCDF-484D-B613-3ACEF44120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11EF7B-7800-4F73-8D85-690FDF036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62999E-CB21-4CA9-A59C-6F4A13032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2805DB-43EF-4601-BF9B-7FCC826759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4F6A88-25D2-48D7-8303-4392DCB5B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15FE04-4C8E-4023-9023-77D93FB902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3F4CED-7125-4DC0-B9AE-52BF29AF8C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AA5D22-597B-4853-87C7-3A8BC7521F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EA6FFE-C920-46F5-AB72-6887C32B7C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8a13e5b74742bd" /><Relationship Type="http://schemas.openxmlformats.org/officeDocument/2006/relationships/slideLayout" Target="/ppt/slideLayouts/slideLayout1.xml" Id="R1df58f9ecbf944f8" /><Relationship Type="http://schemas.openxmlformats.org/officeDocument/2006/relationships/slideLayout" Target="/ppt/slideLayouts/slideLayout2.xml" Id="R68685929b7e44e16" /><Relationship Type="http://schemas.openxmlformats.org/officeDocument/2006/relationships/slideLayout" Target="/ppt/slideLayouts/slideLayout3.xml" Id="Rbff056a40b384541" /><Relationship Type="http://schemas.openxmlformats.org/officeDocument/2006/relationships/slideLayout" Target="/ppt/slideLayouts/slideLayout4.xml" Id="R1e46ec5bdb0d48f1" /><Relationship Type="http://schemas.openxmlformats.org/officeDocument/2006/relationships/slideLayout" Target="/ppt/slideLayouts/slideLayout5.xml" Id="R7ea3eaa3cce84f1d" /><Relationship Type="http://schemas.openxmlformats.org/officeDocument/2006/relationships/slideLayout" Target="/ppt/slideLayouts/slideLayout6.xml" Id="R042cabbdb0614a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f58f9ecbf944f8"/>
    <p:sldLayoutId xmlns:r="http://schemas.openxmlformats.org/officeDocument/2006/relationships" id="2147483650" r:id="R68685929b7e44e16"/>
    <p:sldLayoutId xmlns:r="http://schemas.openxmlformats.org/officeDocument/2006/relationships" id="2147483651" r:id="Rbff056a40b384541"/>
    <p:sldLayoutId xmlns:r="http://schemas.openxmlformats.org/officeDocument/2006/relationships" id="2147483652" r:id="R1e46ec5bdb0d48f1"/>
    <p:sldLayoutId xmlns:r="http://schemas.openxmlformats.org/officeDocument/2006/relationships" id="2147483653" r:id="R7ea3eaa3cce84f1d"/>
    <p:sldLayoutId xmlns:r="http://schemas.openxmlformats.org/officeDocument/2006/relationships" id="2147483654" r:id="R042cabbdb0614a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43b170ed24d61" /><Relationship Type="http://schemas.openxmlformats.org/officeDocument/2006/relationships/notesSlide" Target="/ppt/notesSlides/notesSlide1.xml" Id="Rf16d5394d26941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44a67c790428e" /><Relationship Type="http://schemas.openxmlformats.org/officeDocument/2006/relationships/notesSlide" Target="/ppt/notesSlides/notesSlide2.xml" Id="R1b4aa4e2c537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38a23f76c4066" /><Relationship Type="http://schemas.openxmlformats.org/officeDocument/2006/relationships/image" Target="/ppt/media/image.jpeg" Id="R35445b2dc7f946a7" /><Relationship Type="http://schemas.openxmlformats.org/officeDocument/2006/relationships/notesSlide" Target="/ppt/notesSlides/notesSlide3.xml" Id="R0f1c66edd1de44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b6db42a701445d" /><Relationship Type="http://schemas.openxmlformats.org/officeDocument/2006/relationships/image" Target="/ppt/media/image2.jpeg" Id="Rdf3b742dbc0d4340" /><Relationship Type="http://schemas.openxmlformats.org/officeDocument/2006/relationships/notesSlide" Target="/ppt/notesSlides/notesSlide4.xml" Id="R9770e59a7f3345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a13d9410741d8" /><Relationship Type="http://schemas.openxmlformats.org/officeDocument/2006/relationships/image" Target="/ppt/media/image.png" Id="R19706a27d2f84466" /><Relationship Type="http://schemas.openxmlformats.org/officeDocument/2006/relationships/notesSlide" Target="/ppt/notesSlides/notesSlide5.xml" Id="R6bdb6291949045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13d0a483b460d" /><Relationship Type="http://schemas.openxmlformats.org/officeDocument/2006/relationships/notesSlide" Target="/ppt/notesSlides/notesSlide6.xml" Id="R655929cfd50046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7A16F-45B1-4E0E-BEE4-05D6A3EE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8EFE9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EFE9"/>
                </a:solidFill>
              </a:defRPr>
            </a:pPr>
            <a:r>
              <a:rPr sz="1650" b="1">
                <a:solidFill>
                  <a:srgbClr val="E8EFE9"/>
                </a:solidFill>
              </a:rPr>
              <a:t>EyePik Inc.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9C8FE-63B7-4DAB-8241-46E2438B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Interested Buyer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1DD67-A16F-42E5-93C3-96C60FD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BD6D0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BD6D0"/>
                </a:solidFill>
              </a:defRPr>
            </a:pPr>
            <a:r>
              <a:rPr sz="1800" b="0">
                <a:solidFill>
                  <a:srgbClr val="CBD6D0"/>
                </a:solidFill>
              </a:rPr>
              <a:t>A working buyer intake flow for fashion and lifestyle sales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DC2EC-1D0E-4042-86F2-37703874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95FD3-31F0-414A-B3C9-03F76542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3BF98-5140-4E09-BAEC-37E7645B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FE33E-BC3F-4E51-8C1E-44D37DEA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3B0BA-9A36-4B9A-95CB-FDAA34E8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n8n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6C495-381C-43D7-AE16-5A4EA315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163D3-EC79-4A3C-94E5-C131C2BC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Sheets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788CD-29AF-4B28-B0CD-348E79D5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BCE48-D7B7-4D5F-B63D-8B0400EA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Gmail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6916E-BD28-4D9D-97B9-B920DC10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7690E-A2FA-4F24-A1A4-9DE2D7C8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Follow-up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56F03-E2D1-4E2D-9772-3CBCFDCC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1055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91A29-FB54-4AA5-8A5E-B692072E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Sales intake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E1D86-87DC-4E87-B5CC-167F7264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Fashion inquiries arrive through messages, comments, product links, and quick forms. The sales team needs the buyer context before the buyer cools 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B07B5-EF0F-4E55-8061-CFABAECB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F2528"/>
                </a:solidFill>
              </a:defRPr>
            </a:pPr>
            <a:r>
              <a:rPr sz="1950" b="1">
                <a:solidFill>
                  <a:srgbClr val="1F2528"/>
                </a:solidFill>
              </a:rPr>
              <a:t>The workflow keeps four things visible: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03259-FA5A-48C7-BC2A-608D2C9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Product interest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305F2-47C1-473C-AF2A-6161B3C0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404BE-B778-4628-AD41-2736BAD8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Budget and 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DABBA-302A-4BA0-9C40-9A8EA26C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9D1C8-FE06-4E18-BE7E-CC148D47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Intent 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C1BEC-6CC7-490F-96EA-6440F85C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D8F8B-CF1E-49CB-B142-2401C14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Recommended next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8B562-4612-475C-AC0C-4B1761C6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45117-89A3-49CA-893A-93CBD5D2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4241-CD4E-4CB6-8AE4-F254D7EE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Capture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E4CDE-932E-4005-BB10-B9B6F74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C6C06-CA51-4CDC-93E4-C88E9FD9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Segment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9589F-2833-49C9-9C8B-0CB20E18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AE51A-1E6E-4A8A-B4FA-552C870B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95B75-093D-487C-9F8E-5503F9EE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1A285-EC6A-429C-A6A6-3AB67523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Alert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5FD3E-E838-4D94-8772-78E75DFC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9C4F36"/>
                </a:solidFill>
              </a:defRPr>
            </a:pPr>
            <a:r>
              <a:rPr sz="2250" b="1">
                <a:solidFill>
                  <a:srgbClr val="9C4F36"/>
                </a:solidFill>
              </a:rPr>
              <a:t>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989E3-5C5C-446E-ACAF-385B4497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A shopper record, sales alert, and follow-up path appear from one submission.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F2FDC-267D-438B-8279-0D65B6DF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3244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609E7-2504-4F75-A6A3-5AE28D3D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Buyer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0F518-22E2-4E96-BD53-2937508A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7176"/>
                </a:solidFill>
              </a:defRPr>
            </a:pPr>
            <a:r>
              <a:rPr sz="1650" b="0">
                <a:solidFill>
                  <a:srgbClr val="687176"/>
                </a:solidFill>
              </a:rPr>
              <a:t>The form captures product, budget, size, style preference, urgency, and source.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CD63E-4FF5-49E7-A60F-19E7359333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45b2dc7f946a7"/>
          <a:srcRect xmlns:a="http://schemas.openxmlformats.org/drawingml/2006/main" l="0" t="16687" r="0" b="16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10668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FA71A-7630-4675-B761-E6870832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6F7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6F73"/>
                </a:solidFill>
              </a:defRPr>
            </a:pPr>
            <a:r>
              <a:rPr sz="1650" b="1">
                <a:solidFill>
                  <a:srgbClr val="2F6F73"/>
                </a:solidFill>
              </a:rPr>
              <a:t>Local desk forwards to the published n8n webhook.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7E38E-6E2E-4002-8931-8E86B485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7957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ACCDD-937D-4A32-82DB-C02E8898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n8n workflow backbone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EF06E-3BFE-46EB-86DA-EC51B862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BD6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BD6D0"/>
                </a:solidFill>
              </a:defRPr>
            </a:pPr>
            <a:r>
              <a:rPr sz="1650" b="0">
                <a:solidFill>
                  <a:srgbClr val="CBD6D0"/>
                </a:solidFill>
              </a:rPr>
              <a:t>The workflow records the buyer first, sends the confirmation and sales alert, then routes high-intent shoppers to the personal shopping path.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A5841-F24F-49F4-8A46-E19FEB9A3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b742dbc0d4340"/>
          <a:srcRect xmlns:a="http://schemas.openxmlformats.org/drawingml/2006/main" l="0" t="27654" r="0" b="27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52600"/>
            <a:ext cx="111633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D6045-DBD8-4700-93D1-6AB7F164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5765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86447-F81F-4B40-983E-39F322BD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Run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373C5-DF5F-42D5-B79A-6ECA2A5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The published webhook accepted the buyer submission and returned a started workflow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6E175-AACF-4A86-96FE-09F620F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542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1918"/>
          </a:solidFill>
          <a:ln xmlns:a="http://schemas.openxmlformats.org/drawingml/2006/main" w="0">
            <a:solidFill>
              <a:srgbClr val="1719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4FAFA-BD4B-415F-A8D7-5BD820E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9F2E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9F2ED"/>
                </a:solidFill>
              </a:defRPr>
            </a:pPr>
            <a:r>
              <a:rPr sz="1875" b="0">
                <a:solidFill>
                  <a:srgbClr val="E9F2ED"/>
                </a:solidFill>
              </a:rPr>
              <a:t>POST /webhook/buyer-interest</a:t>
            </a:r>
          </a:p>
          <a:p xmlns:a="http://schemas.openxmlformats.org/drawingml/2006/main">
            <a:pPr>
              <a:defRPr sz="1875" b="0">
                <a:solidFill>
                  <a:srgbClr val="E9F2ED"/>
                </a:solidFill>
              </a:defRPr>
            </a:pPr>
            <a:r>
              <a:rPr sz="1875" b="0">
                <a:solidFill>
                  <a:srgbClr val="E9F2ED"/>
                </a:solidFill>
              </a:rPr>
              <a:t>{"message":"Workflow was started"}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F78C6-4CCB-45E5-9619-C000A256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81626-B704-4671-BB20-AB7593EA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CA3F0-3A9A-4DE1-8441-3C42EB2A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FB40E-1663-4848-A9D6-2EF20C93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Tracker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8CDD2-1D48-44C1-80DA-9439C799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3D0F6-8A41-4663-B753-390361A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Email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37053-4C96-4A01-8AC6-54899D30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B1BEC-8C56-4954-806A-23C80CD5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Offer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EBFEA-C90D-4772-86D7-E20E37000A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06a27d2f84466"/>
          <a:srcRect xmlns:a="http://schemas.openxmlformats.org/drawingml/2006/main" l="16406" t="0" r="1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219200"/>
            <a:ext cx="40957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281C1-9161-41C5-B35A-CA780442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F2528"/>
                </a:solidFill>
              </a:defRPr>
            </a:pPr>
            <a:r>
              <a:rPr sz="1650" b="0">
                <a:solidFill>
                  <a:srgbClr val="1F2528"/>
                </a:solidFill>
              </a:rPr>
              <a:t>Video asset shows the node path with executed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32224-4CDF-4998-BA86-E6C0B1E9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4550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59609-7E6E-458A-B94A-BE1B0AD6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F2528"/>
                </a:solidFill>
              </a:defRPr>
            </a:pPr>
            <a:r>
              <a:rPr sz="3000" b="1">
                <a:solidFill>
                  <a:srgbClr val="1F2528"/>
                </a:solidFill>
              </a:rPr>
              <a:t>Presentation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38EA0-7516-45E4-87A2-D65F2D52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Open the live page, play the workflow video, or download this deck from the repository.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C20B7-4BD3-478F-983B-BCBF1499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Live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E4933-BFBD-4EB6-9417-C43B6A22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https://calina-miguel.github.io/fashion-buyer-automation/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9C11E-5167-4435-883F-6618234E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6FB9D-498D-4320-8980-DC50DE7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EC3CF-0C5C-493D-AE45-ED8D050A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https://github.com/calina-miguel/fashion-buyer-automation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C528B-89FA-4890-A8E6-1E652F7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DEDF3-33F7-4CD8-80B3-1A28A21E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8BC5-FDBF-4BE8-ABE6-2F00EA00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https://devtones.app.n8n.cloud/workflow/anSd0GnuD9zYGiLD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55A45-A105-4EE5-BA56-86857A86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83EEA-9F42-4D3D-9D5C-92F556A4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3072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2026-10-09T13:49:54.7010000Z</dcterms:created>
  <dcterms:modified xsi:type="dcterms:W3CDTF">2026-10-09T13:49:54.7010000Z</dcterms:modified>
</coreProperties>
</file>